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Оттиск: пробные слайды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Кириллица, латиница и картинка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умеет программа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Оттиск открывает документы, показывает страницы и помогает работать с ними без лишних окон.</a:t>
            </a:r>
          </a:p>
          <a:p>
            <a:pPr>
              <a:defRPr sz="1800"/>
            </a:pPr>
            <a:r>
              <a:t>Каждая страница рисуется заново при изменении масштаба, поэтому мелкий шрифт остаётся чётким.</a:t>
            </a:r>
          </a:p>
          <a:p>
            <a:pPr>
              <a:defRPr sz="1800"/>
            </a:pPr>
            <a:r>
              <a:t>Если файл повреждён, программа пытается восстановить таблицу объектов и сообщает об этом в строке состояния.</a:t>
            </a:r>
          </a:p>
          <a:p>
            <a:pPr>
              <a:defRPr sz="1800"/>
            </a:pPr>
            <a:r>
              <a:t>Комментарии хранятся прямо в документе: заметки, выделения, подчёркивания и рисунки от руки.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Картинка</a:t>
            </a:r>
          </a:p>
        </p:txBody>
      </p:sp>
      <p:pic>
        <p:nvPicPr>
          <p:cNvPr id="3" name="Picture 2" descr="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Пробные слайды</dc:title>
  <dc:subject/>
  <dc:creator>Ottisk fixtures</dc:creator>
  <cp:keywords/>
  <dc:description>generated using python-pptx</dc:description>
  <cp:lastModifiedBy>Ottisk fixtures</cp:lastModifiedBy>
  <cp:revision>1</cp:revision>
  <dcterms:created xsi:type="dcterms:W3CDTF">2026-01-01T12:00:00Z</dcterms:created>
  <dcterms:modified xsi:type="dcterms:W3CDTF">2026-01-01T12:00:00Z</dcterms:modified>
  <cp:category/>
</cp:coreProperties>
</file>